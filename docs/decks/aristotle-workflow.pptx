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copy: Initial design is ingested into Aristotle with the supervision of the engineer who wrote the code. This ingestion costs something like several hundred $ for something with 200K gate equivalents. The ingestion also generates key properties of the design that they'd like it to maintain permanently (e.g. for an ingress / memory tracker, it never deadlocks). These properties in SVA or Lean can be added to their codebase alongside their Verilog code. Then there's a loop where they iterate on their design and properties, including both human iteration and agentic coding. Aristotle can check their properties against their updated code for much less (say $10) and eventually even less. Nightly CI checks existing properties, and interactive analysis of new properties on Aristotle is also more cost effective ($10-$100).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875520" y="320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once. Check every change.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74320" cy="274320"/>
          </a:xfrm>
          <a:prstGeom prst="ellipse">
            <a:avLst/>
          </a:prstGeom>
          <a:solidFill>
            <a:srgbClr val="1A4FC4"/>
          </a:solidFill>
          <a:ln w="12700">
            <a:solidFill>
              <a:srgbClr val="1A4F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63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once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D6E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1965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RTL design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Verilog, ~200K gate equivalents. Ingested under the supervision of the engineer who wrote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A4FC4"/>
          </a:solidFill>
          <a:ln w="12700">
            <a:solidFill>
              <a:srgbClr val="1A4F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Aristotle ingests the design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the key properties it must always hold, in SVA or Lean. E.g. “the ingress / memory tracker never deadlocks.”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83080" y="2926080"/>
            <a:ext cx="0" cy="50292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3909060"/>
            <a:ext cx="640080" cy="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108960" y="36896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49040" y="1481328"/>
            <a:ext cx="274320" cy="274320"/>
          </a:xfrm>
          <a:prstGeom prst="ellipse">
            <a:avLst/>
          </a:prstGeom>
          <a:solidFill>
            <a:srgbClr val="1A4FC4"/>
          </a:solidFill>
          <a:ln w="12700">
            <a:solidFill>
              <a:srgbClr val="1A4F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14630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every change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4904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D6E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886200" y="19659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+ coding agents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the design and its properties.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A4FC4"/>
          </a:solidFill>
          <a:ln w="12700">
            <a:solidFill>
              <a:srgbClr val="1A4F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19659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Aristotle checks every change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vs. updated code. Results go back to the team.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49040" y="34290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D6E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886200" y="34290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Verilog and its properties, versioned side by side.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32020" y="2926080"/>
            <a:ext cx="0" cy="50292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805172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 flipV="1">
            <a:off x="7246620" y="2926080"/>
            <a:ext cx="0" cy="50292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319772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5715000" y="2446020"/>
            <a:ext cx="548640" cy="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715000" y="22265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869680" y="1481328"/>
            <a:ext cx="274320" cy="274320"/>
          </a:xfrm>
          <a:prstGeom prst="ellipse">
            <a:avLst/>
          </a:prstGeom>
          <a:solidFill>
            <a:srgbClr val="1A4FC4"/>
          </a:solidFill>
          <a:ln w="12700">
            <a:solidFill>
              <a:srgbClr val="1A4F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14630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continuously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869680" y="196596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D6E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006840" y="19659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CI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Re-checks every existing property against the latest code.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869680" y="34290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D6E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006840" y="34290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analysis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prove new properties on Aristotle as they design.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0" y="2446020"/>
            <a:ext cx="320040" cy="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9640" y="2446020"/>
            <a:ext cx="0" cy="146304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49640" y="2446020"/>
            <a:ext cx="320040" cy="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49640" y="3909060"/>
            <a:ext cx="320040" cy="0"/>
          </a:xfrm>
          <a:prstGeom prst="line">
            <a:avLst/>
          </a:prstGeom>
          <a:noFill/>
          <a:ln w="19050">
            <a:solidFill>
              <a:srgbClr val="1A4FC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4983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093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$100s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5686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hundred dollars, once, to ingest a 200K gate-equivalent design.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49040" y="498348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931920" y="5093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</a:t>
            </a:r>
            <a:endParaRPr lang="en-US" sz="260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5568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check of the properties against updated code. Trending lower over time.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869680" y="498348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52560" y="50932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– $100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9052560" y="556869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new property analyzed interactively on Aristotle.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217920"/>
            <a:ext cx="11292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once to ingest. Every check after that costs a fraction, and the price keeps falling.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2026-09-01T22:42:54Z</dcterms:created>
  <dcterms:modified xsi:type="dcterms:W3CDTF">2026-09-01T22:42:54Z</dcterms:modified>
</cp:coreProperties>
</file>